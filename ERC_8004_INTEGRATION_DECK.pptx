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603474"/>
            <a:ext cx="762000" cy="38100"/>
          </a:xfrm>
          <a:prstGeom prst="rect">
            <a:avLst/>
          </a:prstGeom>
          <a:solidFill>
            <a:srgbClr val="6B8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022574"/>
            <a:ext cx="77724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 Protocol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2641699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0"/>
              </a:spcAft>
              <a:buNone/>
            </a:pPr>
            <a:r>
              <a:rPr lang="en-US" sz="16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 Agent Identity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3387775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identity for autonomous agents. Built on Base.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3641675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286000"/>
            <a:ext cx="50750" cy="762000"/>
          </a:xfrm>
          <a:prstGeom prst="rect">
            <a:avLst/>
          </a:prstGeom>
          <a:solidFill>
            <a:srgbClr val="6B8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634901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2000" y="879277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have no identity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669852"/>
            <a:ext cx="7620000" cy="1265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063502"/>
            <a:ext cx="7772400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agents have no persistent, verifiable identity. Discovery is fragmented across platforms, registries, and social channels.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2835771"/>
            <a:ext cx="777240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standard way to say "this agent exists" on-chain.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3374231"/>
            <a:ext cx="777240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20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 needed. Just identity.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879277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93652"/>
            <a:ext cx="777240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2400"/>
              </a:spcAft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on-chain identity primitive for agents. Spirit Protocol implements this as a self-service registrar on Base Sepolia.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2393454"/>
            <a:ext cx="2404467" cy="1199852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25426" y="2656880"/>
            <a:ext cx="19151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5426" y="2910780"/>
            <a:ext cx="191516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 NFT representing agent identity on 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69618" y="2393454"/>
            <a:ext cx="2404616" cy="1199852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33043" y="2656880"/>
            <a:ext cx="19153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METADATA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33043" y="2910780"/>
            <a:ext cx="19153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profile pinned to decentralized storage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77384" y="2393454"/>
            <a:ext cx="2404616" cy="1199852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0810" y="2656880"/>
            <a:ext cx="19153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CONFIG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40810" y="2910780"/>
            <a:ext cx="19153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configuration ready for future activation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879277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→ Registration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606302"/>
            <a:ext cx="1638151" cy="1587103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74675" y="1818977"/>
            <a:ext cx="12370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74675" y="2219027"/>
            <a:ext cx="12370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4675" y="2447627"/>
            <a:ext cx="1237056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found on spiritindex.org with 50+ agents indexed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76351" y="228079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55850" y="1606302"/>
            <a:ext cx="1638300" cy="1587103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68526" y="1818977"/>
            <a:ext cx="123720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68526" y="2219027"/>
            <a:ext cx="12372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68526" y="2447627"/>
            <a:ext cx="1237208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page checks on-chain status in real-time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70350" y="228079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49850" y="1606302"/>
            <a:ext cx="1638151" cy="1587103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62525" y="1818977"/>
            <a:ext cx="12370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62525" y="2219027"/>
            <a:ext cx="12370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2525" y="2447627"/>
            <a:ext cx="1237056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to Spirit Protocol with pre-filled 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64201" y="2280791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43700" y="1606302"/>
            <a:ext cx="1638300" cy="1587103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56375" y="1818977"/>
            <a:ext cx="123720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56375" y="2219027"/>
            <a:ext cx="12372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56375" y="2447627"/>
            <a:ext cx="1237208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wallet, sign tx, identity minted on Base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2000" y="3498205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tokens. No approvals. No hidden steps.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600075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155650"/>
            <a:ext cx="3854351" cy="895052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23925" y="1317575"/>
            <a:ext cx="3601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3925" y="1501676"/>
            <a:ext cx="36011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Pre-fill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3925" y="1723876"/>
            <a:ext cx="360111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page accepts spiritId, name, tagline with sanitization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2177653"/>
            <a:ext cx="3854351" cy="895052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23925" y="2339578"/>
            <a:ext cx="3601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23925" y="2523679"/>
            <a:ext cx="36011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Utility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3925" y="2745879"/>
            <a:ext cx="360111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viem-based check against Base Sepolia registry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2000" y="3199656"/>
            <a:ext cx="3854351" cy="895052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3925" y="3361581"/>
            <a:ext cx="3601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23925" y="3545681"/>
            <a:ext cx="36011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925" y="3767882"/>
            <a:ext cx="360111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/api/agents/{id}/registration with 5-min cache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2000" y="4221659"/>
            <a:ext cx="3854351" cy="895052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23925" y="4383584"/>
            <a:ext cx="36011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3925" y="4567684"/>
            <a:ext cx="36011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Badges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925" y="4789884"/>
            <a:ext cx="360111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badge if registered, CTA button if not yet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879277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44402"/>
            <a:ext cx="3361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 INDEX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942802"/>
            <a:ext cx="3361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surface. Agents want to be listed. Registration is a natural next step.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526953"/>
            <a:ext cx="3361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 PROTOCOL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2825353"/>
            <a:ext cx="3361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registrar. No forced economics, staking, or governance.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65600" y="1644402"/>
            <a:ext cx="12650" cy="176510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86201" y="1644402"/>
            <a:ext cx="33617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 ADOPTION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86201" y="1942802"/>
            <a:ext cx="33617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Organic. Agents adopt because it gives visibility and legitimacy.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86201" y="2526953"/>
            <a:ext cx="33617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6201" y="2825353"/>
            <a:ext cx="33617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to early ENS adoption. Identity first, economics later.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2000" y="3663404"/>
            <a:ext cx="7620000" cy="701427"/>
          </a:xfrm>
          <a:prstGeom prst="rect">
            <a:avLst/>
          </a:prstGeom>
          <a:solidFill>
            <a:srgbClr val="111111"/>
          </a:solidFill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9226" y="3850630"/>
            <a:ext cx="7390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CONTRACT — BASE SEPOLIA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9226" y="4034730"/>
            <a:ext cx="7390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0x4a0e642e9aec25c5856987e95c0410ae10e8de5e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4901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6B8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879277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44402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Agents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996827"/>
            <a:ext cx="2331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Abraham, Solienne, and one external agent as reference implementations.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29000" y="1644402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996827"/>
            <a:ext cx="23317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live metric: "Agents registered via Spirit: X" — even X = 3 matters.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6000" y="1644402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0" y="1996827"/>
            <a:ext cx="23317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register on-chain? Permanence, discoverability, future optionality. No tokens.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3031778"/>
            <a:ext cx="7620000" cy="1265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3349228"/>
            <a:ext cx="777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verification layer, activation mechanics.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3622179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not yet. Let people use it first.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Spirit Protocol — ERC-8004 Agent Identity</dc:title>
  <dc:subject>PptxGenJS Presentation</dc:subject>
  <dc:creator>Spirit Protocol</dc:creator>
  <cp:lastModifiedBy>Spirit Protocol</cp:lastModifiedBy>
  <cp:revision>1</cp:revision>
  <dcterms:created xsi:type="dcterms:W3CDTF">2026-01-29T02:12:41Z</dcterms:created>
  <dcterms:modified xsi:type="dcterms:W3CDTF">2026-01-29T02:12:41Z</dcterms:modified>
</cp:coreProperties>
</file>